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103" d="100"/>
          <a:sy n="103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144125"/>
            <a:ext cx="8368200" cy="3424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1600" b="1" dirty="0"/>
          </a:p>
          <a:p>
            <a:r>
              <a:rPr lang="en-IN" sz="1600" b="1" dirty="0"/>
              <a:t>Inputs:</a:t>
            </a:r>
            <a:endParaRPr lang="en-IN" sz="1600" dirty="0"/>
          </a:p>
          <a:p>
            <a:r>
              <a:rPr lang="en-IN" sz="1600" dirty="0"/>
              <a:t>Customer financial data (Income, Credit Score) </a:t>
            </a:r>
          </a:p>
          <a:p>
            <a:r>
              <a:rPr lang="en-IN" sz="1600" dirty="0" err="1"/>
              <a:t>Behavioral</a:t>
            </a:r>
            <a:r>
              <a:rPr lang="en-IN" sz="1600" dirty="0"/>
              <a:t> data (Missed Payments, Payment History) </a:t>
            </a:r>
          </a:p>
          <a:p>
            <a:r>
              <a:rPr lang="en-IN" sz="1600" dirty="0"/>
              <a:t>Credit metrics (Credit Utilization, Debt-to-Income Ratio) </a:t>
            </a:r>
          </a:p>
          <a:p>
            <a:pPr marL="114300" indent="0">
              <a:buNone/>
            </a:pPr>
            <a:endParaRPr lang="en-IN" sz="1600" dirty="0"/>
          </a:p>
          <a:p>
            <a:r>
              <a:rPr lang="en-IN" sz="1600" b="1" dirty="0"/>
              <a:t>Decision Logic:</a:t>
            </a:r>
            <a:endParaRPr lang="en-IN" sz="1600" dirty="0"/>
          </a:p>
          <a:p>
            <a:r>
              <a:rPr lang="en-IN" sz="1600" dirty="0"/>
              <a:t>Logistic Regression model assigns </a:t>
            </a:r>
            <a:r>
              <a:rPr lang="en-IN" sz="1600" b="1" dirty="0"/>
              <a:t>delinquency risk score</a:t>
            </a:r>
            <a:r>
              <a:rPr lang="en-IN" sz="1600" dirty="0"/>
              <a:t> </a:t>
            </a:r>
          </a:p>
          <a:p>
            <a:r>
              <a:rPr lang="en-IN" sz="1600" dirty="0"/>
              <a:t>Business rules segment customers into </a:t>
            </a:r>
            <a:r>
              <a:rPr lang="en-IN" sz="1600" b="1" dirty="0"/>
              <a:t>Low / Medium / High risk</a:t>
            </a:r>
            <a:r>
              <a:rPr lang="en-IN" sz="1600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E2A96E-79D8-A0C6-5E71-277BB74EAE6A}"/>
              </a:ext>
            </a:extLst>
          </p:cNvPr>
          <p:cNvSpPr txBox="1"/>
          <p:nvPr/>
        </p:nvSpPr>
        <p:spPr>
          <a:xfrm>
            <a:off x="297366" y="319668"/>
            <a:ext cx="860130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Actions:</a:t>
            </a:r>
            <a:endParaRPr lang="en-IN" sz="16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Low Risk → Gentle reminders </a:t>
            </a: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Medium Risk → Alerts + repayment nudges </a:t>
            </a: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High Risk → Personalized interventions (restructuring / support plans) </a:t>
            </a: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Learning Loop:</a:t>
            </a:r>
            <a:endParaRPr lang="en-IN" sz="1600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Track repayment outcomes </a:t>
            </a: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Continuously retrain model using new data </a:t>
            </a:r>
          </a:p>
          <a:p>
            <a:pPr marL="285750" indent="-285750">
              <a:buClr>
                <a:schemeClr val="tx1"/>
              </a:buClr>
              <a:buSzPct val="1600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Improve prediction accuracy over time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02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Autonomous (AI-driven):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Risk scoring of customers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Sending payment reminders and notifications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Triggering alerts based on behavior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Segmenting customers into risk categories </a:t>
            </a:r>
          </a:p>
          <a:p>
            <a:pPr marL="114300" indent="0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Human Oversight (Human-in-the-loop):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Approving hardship or restructuring plans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Reviewing high-risk or sensitive cases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Handling disputes and escalations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Monitoring model fairness and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E11F5-041A-C73C-1CD9-330CF8CFDD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1552347"/>
            <a:ext cx="9144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Fairness Checks: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Monitor outcomes across income and customer segments to avoid bias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Explainability: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Use interpretable models (Logistic Regression) to clearly explain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Regulatory Compliance: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Align with financial regulations and data protection laws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Human Oversight: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Ensure critical decisions involve human review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     Business KPIs:</a:t>
            </a:r>
            <a:endParaRPr lang="en-US" sz="1600" dirty="0"/>
          </a:p>
          <a:p>
            <a:r>
              <a:rPr lang="en-US" sz="1600" dirty="0"/>
              <a:t>15–20% reduction in delinquency rates </a:t>
            </a:r>
          </a:p>
          <a:p>
            <a:r>
              <a:rPr lang="en-US" sz="1600" dirty="0"/>
              <a:t>Increased repayment and recovery rates </a:t>
            </a:r>
          </a:p>
          <a:p>
            <a:r>
              <a:rPr lang="en-US" sz="1600" dirty="0"/>
              <a:t>Lower operational and collection costs </a:t>
            </a:r>
          </a:p>
          <a:p>
            <a:r>
              <a:rPr lang="en-US" sz="1600" dirty="0"/>
              <a:t>Improved efficiency through automation </a:t>
            </a:r>
          </a:p>
          <a:p>
            <a:pPr marL="114300" indent="0">
              <a:buNone/>
            </a:pPr>
            <a:r>
              <a:rPr lang="en-US" sz="1600" b="1" dirty="0"/>
              <a:t>     Customer Outcomes:</a:t>
            </a:r>
            <a:endParaRPr lang="en-US" sz="1600" dirty="0"/>
          </a:p>
          <a:p>
            <a:r>
              <a:rPr lang="en-US" sz="1600" dirty="0"/>
              <a:t>Better customer experience through timely communication </a:t>
            </a:r>
          </a:p>
          <a:p>
            <a:r>
              <a:rPr lang="en-US" sz="1600" dirty="0"/>
              <a:t>Fair and transparent treatment </a:t>
            </a:r>
          </a:p>
          <a:p>
            <a:r>
              <a:rPr lang="en-US" sz="1600" dirty="0"/>
              <a:t>Personalized financial support </a:t>
            </a:r>
          </a:p>
          <a:p>
            <a:r>
              <a:rPr lang="en-US" sz="1600" dirty="0"/>
              <a:t>Increased trust in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[Feel free to add more slides throughout]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496</Words>
  <Application>Microsoft Office PowerPoint</Application>
  <PresentationFormat>On-screen Show (16:9)</PresentationFormat>
  <Paragraphs>67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PowerPoint Presentation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Ashish Sharma</cp:lastModifiedBy>
  <cp:revision>3</cp:revision>
  <dcterms:modified xsi:type="dcterms:W3CDTF">2026-04-20T15:44:34Z</dcterms:modified>
</cp:coreProperties>
</file>